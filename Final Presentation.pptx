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8" r:id="rId2"/>
    <p:sldId id="314" r:id="rId3"/>
    <p:sldId id="315" r:id="rId4"/>
    <p:sldId id="256" r:id="rId5"/>
    <p:sldId id="257" r:id="rId6"/>
    <p:sldId id="316" r:id="rId7"/>
    <p:sldId id="317" r:id="rId8"/>
    <p:sldId id="318" r:id="rId9"/>
    <p:sldId id="3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B05D06-F5DC-41BC-9278-CBA138136E1F}">
          <p14:sldIdLst>
            <p14:sldId id="258"/>
            <p14:sldId id="314"/>
            <p14:sldId id="315"/>
            <p14:sldId id="256"/>
            <p14:sldId id="257"/>
            <p14:sldId id="316"/>
            <p14:sldId id="317"/>
            <p14:sldId id="318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F71297-593D-4B24-97A2-7A5E1E45D992}" v="104" dt="2026-01-19T17:11:32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D D" userId="ebae428b3b4cb7cd" providerId="LiveId" clId="{5EFA4DA6-1365-491F-A3C9-133DC0616DF5}"/>
    <pc:docChg chg="undo custSel addSld delSld modSld sldOrd modMainMaster addSection delSection modSection">
      <pc:chgData name="PD D" userId="ebae428b3b4cb7cd" providerId="LiveId" clId="{5EFA4DA6-1365-491F-A3C9-133DC0616DF5}" dt="2026-01-19T17:20:08.219" v="3523" actId="113"/>
      <pc:docMkLst>
        <pc:docMk/>
      </pc:docMkLst>
      <pc:sldChg chg="addSp modSp mod ord">
        <pc:chgData name="PD D" userId="ebae428b3b4cb7cd" providerId="LiveId" clId="{5EFA4DA6-1365-491F-A3C9-133DC0616DF5}" dt="2026-01-19T16:02:26.366" v="1924" actId="20577"/>
        <pc:sldMkLst>
          <pc:docMk/>
          <pc:sldMk cId="3431803833" sldId="256"/>
        </pc:sldMkLst>
        <pc:spChg chg="mod">
          <ac:chgData name="PD D" userId="ebae428b3b4cb7cd" providerId="LiveId" clId="{5EFA4DA6-1365-491F-A3C9-133DC0616DF5}" dt="2026-01-19T15:07:22.826" v="35"/>
          <ac:spMkLst>
            <pc:docMk/>
            <pc:sldMk cId="3431803833" sldId="256"/>
            <ac:spMk id="2" creationId="{617183D3-03E0-6737-9CB1-4FDDE6FA1882}"/>
          </ac:spMkLst>
        </pc:spChg>
        <pc:spChg chg="mod">
          <ac:chgData name="PD D" userId="ebae428b3b4cb7cd" providerId="LiveId" clId="{5EFA4DA6-1365-491F-A3C9-133DC0616DF5}" dt="2026-01-19T15:07:22.826" v="35"/>
          <ac:spMkLst>
            <pc:docMk/>
            <pc:sldMk cId="3431803833" sldId="256"/>
            <ac:spMk id="3" creationId="{692942FA-A064-15C4-155A-56C44935A932}"/>
          </ac:spMkLst>
        </pc:spChg>
        <pc:spChg chg="add mod">
          <ac:chgData name="PD D" userId="ebae428b3b4cb7cd" providerId="LiveId" clId="{5EFA4DA6-1365-491F-A3C9-133DC0616DF5}" dt="2026-01-19T15:57:05.147" v="1803" actId="1035"/>
          <ac:spMkLst>
            <pc:docMk/>
            <pc:sldMk cId="3431803833" sldId="256"/>
            <ac:spMk id="6" creationId="{B2568B92-B090-565F-C79B-67DBC92828D2}"/>
          </ac:spMkLst>
        </pc:spChg>
        <pc:graphicFrameChg chg="mod">
          <ac:chgData name="PD D" userId="ebae428b3b4cb7cd" providerId="LiveId" clId="{5EFA4DA6-1365-491F-A3C9-133DC0616DF5}" dt="2026-01-19T16:02:26.366" v="1924" actId="20577"/>
          <ac:graphicFrameMkLst>
            <pc:docMk/>
            <pc:sldMk cId="3431803833" sldId="256"/>
            <ac:graphicFrameMk id="4" creationId="{84C32064-230F-16ED-35EF-4B799909E6FF}"/>
          </ac:graphicFrameMkLst>
        </pc:graphicFrameChg>
      </pc:sldChg>
      <pc:sldChg chg="addSp delSp modSp mod ord">
        <pc:chgData name="PD D" userId="ebae428b3b4cb7cd" providerId="LiveId" clId="{5EFA4DA6-1365-491F-A3C9-133DC0616DF5}" dt="2026-01-19T16:03:17.282" v="1951" actId="20577"/>
        <pc:sldMkLst>
          <pc:docMk/>
          <pc:sldMk cId="1345280276" sldId="257"/>
        </pc:sldMkLst>
        <pc:graphicFrameChg chg="add del mod">
          <ac:chgData name="PD D" userId="ebae428b3b4cb7cd" providerId="LiveId" clId="{5EFA4DA6-1365-491F-A3C9-133DC0616DF5}" dt="2026-01-19T16:03:17.282" v="1951" actId="20577"/>
          <ac:graphicFrameMkLst>
            <pc:docMk/>
            <pc:sldMk cId="1345280276" sldId="257"/>
            <ac:graphicFrameMk id="2" creationId="{4166AD5C-3C60-477B-DFEE-C6E6B4B917B1}"/>
          </ac:graphicFrameMkLst>
        </pc:graphicFrameChg>
      </pc:sldChg>
      <pc:sldChg chg="addSp modSp add mod setBg">
        <pc:chgData name="PD D" userId="ebae428b3b4cb7cd" providerId="LiveId" clId="{5EFA4DA6-1365-491F-A3C9-133DC0616DF5}" dt="2026-01-19T15:44:53.608" v="1269" actId="1076"/>
        <pc:sldMkLst>
          <pc:docMk/>
          <pc:sldMk cId="2475841365" sldId="258"/>
        </pc:sldMkLst>
        <pc:spChg chg="mod">
          <ac:chgData name="PD D" userId="ebae428b3b4cb7cd" providerId="LiveId" clId="{5EFA4DA6-1365-491F-A3C9-133DC0616DF5}" dt="2026-01-19T15:07:33.056" v="36" actId="1076"/>
          <ac:spMkLst>
            <pc:docMk/>
            <pc:sldMk cId="2475841365" sldId="258"/>
            <ac:spMk id="2" creationId="{09CD149F-FC37-11EF-6A63-81ACDCF36A4C}"/>
          </ac:spMkLst>
        </pc:spChg>
        <pc:spChg chg="mod">
          <ac:chgData name="PD D" userId="ebae428b3b4cb7cd" providerId="LiveId" clId="{5EFA4DA6-1365-491F-A3C9-133DC0616DF5}" dt="2026-01-19T15:07:46.340" v="38" actId="1076"/>
          <ac:spMkLst>
            <pc:docMk/>
            <pc:sldMk cId="2475841365" sldId="258"/>
            <ac:spMk id="3" creationId="{0F3BB1DB-71B8-7F84-0F2D-058E6FF018AF}"/>
          </ac:spMkLst>
        </pc:spChg>
        <pc:spChg chg="add mod">
          <ac:chgData name="PD D" userId="ebae428b3b4cb7cd" providerId="LiveId" clId="{5EFA4DA6-1365-491F-A3C9-133DC0616DF5}" dt="2026-01-19T15:44:53.608" v="1269" actId="1076"/>
          <ac:spMkLst>
            <pc:docMk/>
            <pc:sldMk cId="2475841365" sldId="258"/>
            <ac:spMk id="4" creationId="{01FF632F-866F-493E-DF48-CA2393E81C33}"/>
          </ac:spMkLst>
        </pc:spChg>
      </pc:sldChg>
      <pc:sldChg chg="new del">
        <pc:chgData name="PD D" userId="ebae428b3b4cb7cd" providerId="LiveId" clId="{5EFA4DA6-1365-491F-A3C9-133DC0616DF5}" dt="2026-01-19T15:08:16.258" v="40" actId="2696"/>
        <pc:sldMkLst>
          <pc:docMk/>
          <pc:sldMk cId="147701087" sldId="259"/>
        </pc:sldMkLst>
      </pc:sldChg>
      <pc:sldChg chg="add del setBg">
        <pc:chgData name="PD D" userId="ebae428b3b4cb7cd" providerId="LiveId" clId="{5EFA4DA6-1365-491F-A3C9-133DC0616DF5}" dt="2026-01-19T15:09:40.233" v="47" actId="2696"/>
        <pc:sldMkLst>
          <pc:docMk/>
          <pc:sldMk cId="2053844511" sldId="311"/>
        </pc:sldMkLst>
      </pc:sldChg>
      <pc:sldChg chg="add del">
        <pc:chgData name="PD D" userId="ebae428b3b4cb7cd" providerId="LiveId" clId="{5EFA4DA6-1365-491F-A3C9-133DC0616DF5}" dt="2026-01-19T15:09:05.533" v="44" actId="2696"/>
        <pc:sldMkLst>
          <pc:docMk/>
          <pc:sldMk cId="865021003" sldId="312"/>
        </pc:sldMkLst>
      </pc:sldChg>
      <pc:sldChg chg="add del">
        <pc:chgData name="PD D" userId="ebae428b3b4cb7cd" providerId="LiveId" clId="{5EFA4DA6-1365-491F-A3C9-133DC0616DF5}" dt="2026-01-19T15:09:10.283" v="45" actId="2696"/>
        <pc:sldMkLst>
          <pc:docMk/>
          <pc:sldMk cId="1716722645" sldId="313"/>
        </pc:sldMkLst>
      </pc:sldChg>
      <pc:sldChg chg="modSp add mod">
        <pc:chgData name="PD D" userId="ebae428b3b4cb7cd" providerId="LiveId" clId="{5EFA4DA6-1365-491F-A3C9-133DC0616DF5}" dt="2026-01-19T17:20:08.219" v="3523" actId="113"/>
        <pc:sldMkLst>
          <pc:docMk/>
          <pc:sldMk cId="2736197465" sldId="314"/>
        </pc:sldMkLst>
        <pc:spChg chg="mod">
          <ac:chgData name="PD D" userId="ebae428b3b4cb7cd" providerId="LiveId" clId="{5EFA4DA6-1365-491F-A3C9-133DC0616DF5}" dt="2026-01-19T17:20:08.219" v="3523" actId="113"/>
          <ac:spMkLst>
            <pc:docMk/>
            <pc:sldMk cId="2736197465" sldId="314"/>
            <ac:spMk id="3" creationId="{ABCE2206-A274-9EDD-9E4F-8CDA500E5036}"/>
          </ac:spMkLst>
        </pc:spChg>
      </pc:sldChg>
      <pc:sldChg chg="addSp delSp modSp add mod">
        <pc:chgData name="PD D" userId="ebae428b3b4cb7cd" providerId="LiveId" clId="{5EFA4DA6-1365-491F-A3C9-133DC0616DF5}" dt="2026-01-19T16:51:43.451" v="3143" actId="20577"/>
        <pc:sldMkLst>
          <pc:docMk/>
          <pc:sldMk cId="2687306981" sldId="315"/>
        </pc:sldMkLst>
        <pc:spChg chg="del">
          <ac:chgData name="PD D" userId="ebae428b3b4cb7cd" providerId="LiveId" clId="{5EFA4DA6-1365-491F-A3C9-133DC0616DF5}" dt="2026-01-19T15:12:41.323" v="134" actId="478"/>
          <ac:spMkLst>
            <pc:docMk/>
            <pc:sldMk cId="2687306981" sldId="315"/>
            <ac:spMk id="2" creationId="{A04F4A75-D138-56D0-B000-3675BFDD5F32}"/>
          </ac:spMkLst>
        </pc:spChg>
        <pc:spChg chg="mod">
          <ac:chgData name="PD D" userId="ebae428b3b4cb7cd" providerId="LiveId" clId="{5EFA4DA6-1365-491F-A3C9-133DC0616DF5}" dt="2026-01-19T16:51:43.451" v="3143" actId="20577"/>
          <ac:spMkLst>
            <pc:docMk/>
            <pc:sldMk cId="2687306981" sldId="315"/>
            <ac:spMk id="3" creationId="{77A9ECD7-9E34-CA3B-3DD8-D072087ACD04}"/>
          </ac:spMkLst>
        </pc:spChg>
        <pc:spChg chg="add del mod">
          <ac:chgData name="PD D" userId="ebae428b3b4cb7cd" providerId="LiveId" clId="{5EFA4DA6-1365-491F-A3C9-133DC0616DF5}" dt="2026-01-19T15:34:06.922" v="322" actId="478"/>
          <ac:spMkLst>
            <pc:docMk/>
            <pc:sldMk cId="2687306981" sldId="315"/>
            <ac:spMk id="5" creationId="{F7C0E340-3D53-BEFC-5DE0-870DBA1046BC}"/>
          </ac:spMkLst>
        </pc:spChg>
      </pc:sldChg>
      <pc:sldChg chg="addSp delSp modSp new mod ord setBg">
        <pc:chgData name="PD D" userId="ebae428b3b4cb7cd" providerId="LiveId" clId="{5EFA4DA6-1365-491F-A3C9-133DC0616DF5}" dt="2026-01-19T17:17:10.534" v="3491" actId="20577"/>
        <pc:sldMkLst>
          <pc:docMk/>
          <pc:sldMk cId="2332437347" sldId="316"/>
        </pc:sldMkLst>
        <pc:spChg chg="add del mod">
          <ac:chgData name="PD D" userId="ebae428b3b4cb7cd" providerId="LiveId" clId="{5EFA4DA6-1365-491F-A3C9-133DC0616DF5}" dt="2026-01-19T16:41:32.632" v="3105" actId="255"/>
          <ac:spMkLst>
            <pc:docMk/>
            <pc:sldMk cId="2332437347" sldId="316"/>
            <ac:spMk id="2" creationId="{1DB53ABE-B168-4C72-85C1-0058A05E8B27}"/>
          </ac:spMkLst>
        </pc:spChg>
        <pc:spChg chg="mod">
          <ac:chgData name="PD D" userId="ebae428b3b4cb7cd" providerId="LiveId" clId="{5EFA4DA6-1365-491F-A3C9-133DC0616DF5}" dt="2026-01-19T17:17:10.534" v="3491" actId="20577"/>
          <ac:spMkLst>
            <pc:docMk/>
            <pc:sldMk cId="2332437347" sldId="316"/>
            <ac:spMk id="3" creationId="{8A480CA5-7E33-87E2-0B83-CE0BAE82E850}"/>
          </ac:spMkLst>
        </pc:spChg>
      </pc:sldChg>
      <pc:sldChg chg="addSp delSp modSp new mod">
        <pc:chgData name="PD D" userId="ebae428b3b4cb7cd" providerId="LiveId" clId="{5EFA4DA6-1365-491F-A3C9-133DC0616DF5}" dt="2026-01-19T17:06:56.599" v="3153"/>
        <pc:sldMkLst>
          <pc:docMk/>
          <pc:sldMk cId="153684992" sldId="317"/>
        </pc:sldMkLst>
        <pc:spChg chg="del">
          <ac:chgData name="PD D" userId="ebae428b3b4cb7cd" providerId="LiveId" clId="{5EFA4DA6-1365-491F-A3C9-133DC0616DF5}" dt="2026-01-19T16:40:09.230" v="3089" actId="478"/>
          <ac:spMkLst>
            <pc:docMk/>
            <pc:sldMk cId="153684992" sldId="317"/>
            <ac:spMk id="2" creationId="{8CF74B42-7308-ADA6-914D-B6299A42A1F0}"/>
          </ac:spMkLst>
        </pc:spChg>
        <pc:spChg chg="del mod">
          <ac:chgData name="PD D" userId="ebae428b3b4cb7cd" providerId="LiveId" clId="{5EFA4DA6-1365-491F-A3C9-133DC0616DF5}" dt="2026-01-19T17:06:26.660" v="3146"/>
          <ac:spMkLst>
            <pc:docMk/>
            <pc:sldMk cId="153684992" sldId="317"/>
            <ac:spMk id="3" creationId="{30F1C15E-1869-AA58-5DD6-D7512563FD19}"/>
          </ac:spMkLst>
        </pc:spChg>
        <pc:graphicFrameChg chg="add mod">
          <ac:chgData name="PD D" userId="ebae428b3b4cb7cd" providerId="LiveId" clId="{5EFA4DA6-1365-491F-A3C9-133DC0616DF5}" dt="2026-01-19T17:06:56.599" v="3153"/>
          <ac:graphicFrameMkLst>
            <pc:docMk/>
            <pc:sldMk cId="153684992" sldId="317"/>
            <ac:graphicFrameMk id="4" creationId="{89212DFF-2D38-FEFC-B4AE-50A81623672D}"/>
          </ac:graphicFrameMkLst>
        </pc:graphicFrameChg>
      </pc:sldChg>
      <pc:sldChg chg="modSp new mod setBg">
        <pc:chgData name="PD D" userId="ebae428b3b4cb7cd" providerId="LiveId" clId="{5EFA4DA6-1365-491F-A3C9-133DC0616DF5}" dt="2026-01-19T17:11:01.944" v="3461" actId="122"/>
        <pc:sldMkLst>
          <pc:docMk/>
          <pc:sldMk cId="1685795675" sldId="318"/>
        </pc:sldMkLst>
        <pc:spChg chg="mod">
          <ac:chgData name="PD D" userId="ebae428b3b4cb7cd" providerId="LiveId" clId="{5EFA4DA6-1365-491F-A3C9-133DC0616DF5}" dt="2026-01-19T17:11:01.944" v="3461" actId="122"/>
          <ac:spMkLst>
            <pc:docMk/>
            <pc:sldMk cId="1685795675" sldId="318"/>
            <ac:spMk id="2" creationId="{2BD8D52F-D551-F441-B72A-1097446C5CC0}"/>
          </ac:spMkLst>
        </pc:spChg>
        <pc:spChg chg="mod">
          <ac:chgData name="PD D" userId="ebae428b3b4cb7cd" providerId="LiveId" clId="{5EFA4DA6-1365-491F-A3C9-133DC0616DF5}" dt="2026-01-19T17:10:22.694" v="3425" actId="20577"/>
          <ac:spMkLst>
            <pc:docMk/>
            <pc:sldMk cId="1685795675" sldId="318"/>
            <ac:spMk id="3" creationId="{F5E24292-6BB6-71E2-DE21-0E491CE7978F}"/>
          </ac:spMkLst>
        </pc:spChg>
      </pc:sldChg>
      <pc:sldChg chg="addSp delSp modSp new mod setBg">
        <pc:chgData name="PD D" userId="ebae428b3b4cb7cd" providerId="LiveId" clId="{5EFA4DA6-1365-491F-A3C9-133DC0616DF5}" dt="2026-01-19T17:19:19.858" v="3520" actId="20577"/>
        <pc:sldMkLst>
          <pc:docMk/>
          <pc:sldMk cId="2446882329" sldId="319"/>
        </pc:sldMkLst>
        <pc:spChg chg="del mod">
          <ac:chgData name="PD D" userId="ebae428b3b4cb7cd" providerId="LiveId" clId="{5EFA4DA6-1365-491F-A3C9-133DC0616DF5}" dt="2026-01-19T17:18:50.012" v="3492" actId="478"/>
          <ac:spMkLst>
            <pc:docMk/>
            <pc:sldMk cId="2446882329" sldId="319"/>
            <ac:spMk id="2" creationId="{99430E59-EFA7-CAE2-44F4-43549FA71ADA}"/>
          </ac:spMkLst>
        </pc:spChg>
        <pc:spChg chg="mod">
          <ac:chgData name="PD D" userId="ebae428b3b4cb7cd" providerId="LiveId" clId="{5EFA4DA6-1365-491F-A3C9-133DC0616DF5}" dt="2026-01-19T17:19:19.858" v="3520" actId="20577"/>
          <ac:spMkLst>
            <pc:docMk/>
            <pc:sldMk cId="2446882329" sldId="319"/>
            <ac:spMk id="3" creationId="{F3A72454-47C8-CE97-60E7-365E4277ADF0}"/>
          </ac:spMkLst>
        </pc:spChg>
        <pc:spChg chg="add del mod">
          <ac:chgData name="PD D" userId="ebae428b3b4cb7cd" providerId="LiveId" clId="{5EFA4DA6-1365-491F-A3C9-133DC0616DF5}" dt="2026-01-19T17:18:51.625" v="3493" actId="478"/>
          <ac:spMkLst>
            <pc:docMk/>
            <pc:sldMk cId="2446882329" sldId="319"/>
            <ac:spMk id="5" creationId="{E305A503-F4D6-DA10-40BD-4215562CFFF8}"/>
          </ac:spMkLst>
        </pc:spChg>
      </pc:sldChg>
      <pc:sldMasterChg chg="setBg">
        <pc:chgData name="PD D" userId="ebae428b3b4cb7cd" providerId="LiveId" clId="{5EFA4DA6-1365-491F-A3C9-133DC0616DF5}" dt="2026-01-19T15:06:51.037" v="33"/>
        <pc:sldMasterMkLst>
          <pc:docMk/>
          <pc:sldMasterMk cId="1523920881" sldId="2147483660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bae428b3b4cb7cd/Data%20Science/Final/Final%20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[Book1]Sheet2!PivotTable28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dirty="0"/>
              <a:t>Chart</a:t>
            </a:r>
            <a:r>
              <a:rPr lang="en-IN" baseline="0" dirty="0"/>
              <a:t> I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0073622882247723E-2"/>
          <c:y val="1.4066570811296985E-2"/>
          <c:w val="0.7728597328256771"/>
          <c:h val="0.84306796102974568"/>
        </c:manualLayout>
      </c:layout>
      <c:lineChart>
        <c:grouping val="standar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Sum of Assumed Temp.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Sheet2!$A$4:$A$28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Sheet2!$B$4:$B$28</c:f>
              <c:numCache>
                <c:formatCode>General</c:formatCode>
                <c:ptCount val="24"/>
                <c:pt idx="0">
                  <c:v>8.7912999999999997</c:v>
                </c:pt>
                <c:pt idx="1">
                  <c:v>8.3211999999999993</c:v>
                </c:pt>
                <c:pt idx="2">
                  <c:v>7.894099999999999</c:v>
                </c:pt>
                <c:pt idx="3">
                  <c:v>6.0003000000000002</c:v>
                </c:pt>
                <c:pt idx="4">
                  <c:v>6.0488</c:v>
                </c:pt>
                <c:pt idx="5">
                  <c:v>7.1216000000000008</c:v>
                </c:pt>
                <c:pt idx="6">
                  <c:v>7.6971000000000007</c:v>
                </c:pt>
                <c:pt idx="7">
                  <c:v>7.8182000000000018</c:v>
                </c:pt>
                <c:pt idx="8">
                  <c:v>7.2153000000000009</c:v>
                </c:pt>
                <c:pt idx="9">
                  <c:v>7.4880999999999984</c:v>
                </c:pt>
                <c:pt idx="10">
                  <c:v>8.1365000000000016</c:v>
                </c:pt>
                <c:pt idx="11">
                  <c:v>8.7728000000000019</c:v>
                </c:pt>
                <c:pt idx="12">
                  <c:v>9.7426999999999992</c:v>
                </c:pt>
                <c:pt idx="13">
                  <c:v>10.245800000000001</c:v>
                </c:pt>
                <c:pt idx="14">
                  <c:v>10.760600000000002</c:v>
                </c:pt>
                <c:pt idx="15">
                  <c:v>11.0303</c:v>
                </c:pt>
                <c:pt idx="16">
                  <c:v>11.030200000000002</c:v>
                </c:pt>
                <c:pt idx="17">
                  <c:v>10.427100000000001</c:v>
                </c:pt>
                <c:pt idx="18">
                  <c:v>9.9548000000000023</c:v>
                </c:pt>
                <c:pt idx="19">
                  <c:v>9.7730000000000015</c:v>
                </c:pt>
                <c:pt idx="20">
                  <c:v>9.1576000000000004</c:v>
                </c:pt>
                <c:pt idx="21">
                  <c:v>9.0913000000000004</c:v>
                </c:pt>
                <c:pt idx="22">
                  <c:v>8.9243000000000023</c:v>
                </c:pt>
                <c:pt idx="23">
                  <c:v>8.5489000000000015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6C-4542-A8A4-71135527458B}"/>
            </c:ext>
          </c:extLst>
        </c:ser>
        <c:ser>
          <c:idx val="1"/>
          <c:order val="1"/>
          <c:tx>
            <c:strRef>
              <c:f>Sheet2!$C$3</c:f>
              <c:strCache>
                <c:ptCount val="1"/>
                <c:pt idx="0">
                  <c:v>Sum of Temperature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Sheet2!$A$4:$A$28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Sheet2!$C$4:$C$28</c:f>
              <c:numCache>
                <c:formatCode>General</c:formatCode>
                <c:ptCount val="24"/>
                <c:pt idx="0">
                  <c:v>8.2000000000000011</c:v>
                </c:pt>
                <c:pt idx="1">
                  <c:v>7.7</c:v>
                </c:pt>
                <c:pt idx="2">
                  <c:v>7.26</c:v>
                </c:pt>
                <c:pt idx="3">
                  <c:v>5.4400000000000013</c:v>
                </c:pt>
                <c:pt idx="4">
                  <c:v>5.8600000000000012</c:v>
                </c:pt>
                <c:pt idx="5">
                  <c:v>6.4600000000000009</c:v>
                </c:pt>
                <c:pt idx="6">
                  <c:v>6.86</c:v>
                </c:pt>
                <c:pt idx="7">
                  <c:v>6.8999999999999995</c:v>
                </c:pt>
                <c:pt idx="8">
                  <c:v>6.76</c:v>
                </c:pt>
                <c:pt idx="9">
                  <c:v>7.4200000000000026</c:v>
                </c:pt>
                <c:pt idx="10">
                  <c:v>8.0599999999999987</c:v>
                </c:pt>
                <c:pt idx="11">
                  <c:v>9.0000000000000018</c:v>
                </c:pt>
                <c:pt idx="12">
                  <c:v>9.9000000000000021</c:v>
                </c:pt>
                <c:pt idx="13">
                  <c:v>10.420000000000002</c:v>
                </c:pt>
                <c:pt idx="14">
                  <c:v>10.959999999999999</c:v>
                </c:pt>
                <c:pt idx="15">
                  <c:v>11.040000000000003</c:v>
                </c:pt>
                <c:pt idx="16">
                  <c:v>11.180000000000001</c:v>
                </c:pt>
                <c:pt idx="17">
                  <c:v>10.700000000000003</c:v>
                </c:pt>
                <c:pt idx="18">
                  <c:v>9.98</c:v>
                </c:pt>
                <c:pt idx="19">
                  <c:v>9.5600000000000023</c:v>
                </c:pt>
                <c:pt idx="20">
                  <c:v>9.0600000000000023</c:v>
                </c:pt>
                <c:pt idx="21">
                  <c:v>8.6999999999999975</c:v>
                </c:pt>
                <c:pt idx="22">
                  <c:v>8.44</c:v>
                </c:pt>
                <c:pt idx="23">
                  <c:v>8.3800000000000008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6C-4542-A8A4-71135527458B}"/>
            </c:ext>
          </c:extLst>
        </c:ser>
        <c:ser>
          <c:idx val="2"/>
          <c:order val="2"/>
          <c:tx>
            <c:strRef>
              <c:f>Sheet2!$D$3</c:f>
              <c:strCache>
                <c:ptCount val="1"/>
                <c:pt idx="0">
                  <c:v>Sum of Humidity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Sheet2!$A$4:$A$28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Sheet2!$D$4:$D$28</c:f>
              <c:numCache>
                <c:formatCode>General</c:formatCode>
                <c:ptCount val="24"/>
                <c:pt idx="0">
                  <c:v>26.639999999999997</c:v>
                </c:pt>
                <c:pt idx="1">
                  <c:v>26.630000000000003</c:v>
                </c:pt>
                <c:pt idx="2">
                  <c:v>26.31</c:v>
                </c:pt>
                <c:pt idx="3">
                  <c:v>19.330000000000002</c:v>
                </c:pt>
                <c:pt idx="4">
                  <c:v>20.68</c:v>
                </c:pt>
                <c:pt idx="5">
                  <c:v>25.639999999999997</c:v>
                </c:pt>
                <c:pt idx="6">
                  <c:v>26.990000000000002</c:v>
                </c:pt>
                <c:pt idx="7">
                  <c:v>27.57</c:v>
                </c:pt>
                <c:pt idx="8">
                  <c:v>26.879999999999995</c:v>
                </c:pt>
                <c:pt idx="9">
                  <c:v>25.619999999999997</c:v>
                </c:pt>
                <c:pt idx="10">
                  <c:v>24.230000000000004</c:v>
                </c:pt>
                <c:pt idx="11">
                  <c:v>23.369999999999997</c:v>
                </c:pt>
                <c:pt idx="12">
                  <c:v>22.58</c:v>
                </c:pt>
                <c:pt idx="13">
                  <c:v>21.679999999999996</c:v>
                </c:pt>
                <c:pt idx="14">
                  <c:v>20.85</c:v>
                </c:pt>
                <c:pt idx="15">
                  <c:v>20.95</c:v>
                </c:pt>
                <c:pt idx="16">
                  <c:v>21.440000000000005</c:v>
                </c:pt>
                <c:pt idx="17">
                  <c:v>21.729999999999997</c:v>
                </c:pt>
                <c:pt idx="18">
                  <c:v>22.050000000000004</c:v>
                </c:pt>
                <c:pt idx="19">
                  <c:v>23.509999999999991</c:v>
                </c:pt>
                <c:pt idx="20">
                  <c:v>24.419999999999995</c:v>
                </c:pt>
                <c:pt idx="21">
                  <c:v>25.61</c:v>
                </c:pt>
                <c:pt idx="22">
                  <c:v>25.970000000000006</c:v>
                </c:pt>
                <c:pt idx="23">
                  <c:v>26.180000000000003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66C-4542-A8A4-71135527458B}"/>
            </c:ext>
          </c:extLst>
        </c:ser>
        <c:ser>
          <c:idx val="3"/>
          <c:order val="3"/>
          <c:tx>
            <c:strRef>
              <c:f>Sheet2!$E$3</c:f>
              <c:strCache>
                <c:ptCount val="1"/>
                <c:pt idx="0">
                  <c:v>Sum of Windspeed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Sheet2!$A$4:$A$28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Sheet2!$E$4:$E$28</c:f>
              <c:numCache>
                <c:formatCode>General</c:formatCode>
                <c:ptCount val="24"/>
                <c:pt idx="0">
                  <c:v>7.3434999999999979</c:v>
                </c:pt>
                <c:pt idx="1">
                  <c:v>7.1195999999999984</c:v>
                </c:pt>
                <c:pt idx="2">
                  <c:v>6.1194999999999995</c:v>
                </c:pt>
                <c:pt idx="3">
                  <c:v>4.4328999999999983</c:v>
                </c:pt>
                <c:pt idx="4">
                  <c:v>5.0151000000000003</c:v>
                </c:pt>
                <c:pt idx="5">
                  <c:v>6.1945999999999994</c:v>
                </c:pt>
                <c:pt idx="6">
                  <c:v>6.4778999999999982</c:v>
                </c:pt>
                <c:pt idx="7">
                  <c:v>6.3433999999999999</c:v>
                </c:pt>
                <c:pt idx="8">
                  <c:v>7.2241999999999988</c:v>
                </c:pt>
                <c:pt idx="9">
                  <c:v>8.2987999999999982</c:v>
                </c:pt>
                <c:pt idx="10">
                  <c:v>8.9254999999999995</c:v>
                </c:pt>
                <c:pt idx="11">
                  <c:v>10.209299999999999</c:v>
                </c:pt>
                <c:pt idx="12">
                  <c:v>10.477999999999996</c:v>
                </c:pt>
                <c:pt idx="13">
                  <c:v>10.343699999999998</c:v>
                </c:pt>
                <c:pt idx="14">
                  <c:v>10.1496</c:v>
                </c:pt>
                <c:pt idx="15">
                  <c:v>9.2987000000000002</c:v>
                </c:pt>
                <c:pt idx="16">
                  <c:v>10.044799999999999</c:v>
                </c:pt>
                <c:pt idx="17">
                  <c:v>9.8805999999999994</c:v>
                </c:pt>
                <c:pt idx="18">
                  <c:v>9.2688000000000006</c:v>
                </c:pt>
                <c:pt idx="19">
                  <c:v>8.5224999999999973</c:v>
                </c:pt>
                <c:pt idx="20">
                  <c:v>8.4032</c:v>
                </c:pt>
                <c:pt idx="21">
                  <c:v>7.791199999999999</c:v>
                </c:pt>
                <c:pt idx="22">
                  <c:v>7.7169999999999987</c:v>
                </c:pt>
                <c:pt idx="23">
                  <c:v>8.1347999999999985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66C-4542-A8A4-7113552745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6761487"/>
        <c:axId val="1116770607"/>
      </c:lineChart>
      <c:catAx>
        <c:axId val="11167614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Time (</a:t>
                </a:r>
                <a:r>
                  <a:rPr lang="en-IN" dirty="0" err="1"/>
                  <a:t>HOUrs</a:t>
                </a:r>
                <a:r>
                  <a:rPr lang="en-IN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6770607"/>
        <c:crosses val="autoZero"/>
        <c:auto val="1"/>
        <c:lblAlgn val="ctr"/>
        <c:lblOffset val="100"/>
        <c:noMultiLvlLbl val="0"/>
      </c:catAx>
      <c:valAx>
        <c:axId val="1116770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67614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[Book1]Sheet2!PivotTable28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Chart II</a:t>
            </a:r>
          </a:p>
        </c:rich>
      </c:tx>
      <c:layout>
        <c:manualLayout>
          <c:xMode val="edge"/>
          <c:yMode val="edge"/>
          <c:x val="0.43583658374340073"/>
          <c:y val="4.56349206349206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5854571449598339E-2"/>
          <c:y val="9.6934601924759403E-2"/>
          <c:w val="0.8260192259463105"/>
          <c:h val="0.803230689913760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Sum of Casual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Sheet2!$A$4:$A$28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Sheet2!$B$4:$B$28</c:f>
              <c:numCache>
                <c:formatCode>General</c:formatCode>
                <c:ptCount val="24"/>
                <c:pt idx="0">
                  <c:v>74</c:v>
                </c:pt>
                <c:pt idx="1">
                  <c:v>48</c:v>
                </c:pt>
                <c:pt idx="2">
                  <c:v>33</c:v>
                </c:pt>
                <c:pt idx="3">
                  <c:v>31</c:v>
                </c:pt>
                <c:pt idx="4">
                  <c:v>6</c:v>
                </c:pt>
                <c:pt idx="5">
                  <c:v>3</c:v>
                </c:pt>
                <c:pt idx="6">
                  <c:v>21</c:v>
                </c:pt>
                <c:pt idx="7">
                  <c:v>63</c:v>
                </c:pt>
                <c:pt idx="8">
                  <c:v>124</c:v>
                </c:pt>
                <c:pt idx="9">
                  <c:v>172</c:v>
                </c:pt>
                <c:pt idx="10">
                  <c:v>212</c:v>
                </c:pt>
                <c:pt idx="11">
                  <c:v>367</c:v>
                </c:pt>
                <c:pt idx="12">
                  <c:v>482</c:v>
                </c:pt>
                <c:pt idx="13">
                  <c:v>513</c:v>
                </c:pt>
                <c:pt idx="14">
                  <c:v>466</c:v>
                </c:pt>
                <c:pt idx="15">
                  <c:v>536</c:v>
                </c:pt>
                <c:pt idx="16">
                  <c:v>493</c:v>
                </c:pt>
                <c:pt idx="17">
                  <c:v>395</c:v>
                </c:pt>
                <c:pt idx="18">
                  <c:v>222</c:v>
                </c:pt>
                <c:pt idx="19">
                  <c:v>187</c:v>
                </c:pt>
                <c:pt idx="20">
                  <c:v>140</c:v>
                </c:pt>
                <c:pt idx="21">
                  <c:v>117</c:v>
                </c:pt>
                <c:pt idx="22">
                  <c:v>103</c:v>
                </c:pt>
                <c:pt idx="23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DF-4A29-9733-DEAA15056D97}"/>
            </c:ext>
          </c:extLst>
        </c:ser>
        <c:ser>
          <c:idx val="1"/>
          <c:order val="1"/>
          <c:tx>
            <c:strRef>
              <c:f>Sheet2!$C$3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Sheet2!$A$4:$A$28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Sheet2!$C$4:$C$28</c:f>
              <c:numCache>
                <c:formatCode>General</c:formatCode>
                <c:ptCount val="24"/>
                <c:pt idx="0">
                  <c:v>629</c:v>
                </c:pt>
                <c:pt idx="1">
                  <c:v>392</c:v>
                </c:pt>
                <c:pt idx="2">
                  <c:v>246</c:v>
                </c:pt>
                <c:pt idx="3">
                  <c:v>112</c:v>
                </c:pt>
                <c:pt idx="4">
                  <c:v>60</c:v>
                </c:pt>
                <c:pt idx="5">
                  <c:v>161</c:v>
                </c:pt>
                <c:pt idx="6">
                  <c:v>799</c:v>
                </c:pt>
                <c:pt idx="7">
                  <c:v>2271</c:v>
                </c:pt>
                <c:pt idx="8">
                  <c:v>5230</c:v>
                </c:pt>
                <c:pt idx="9">
                  <c:v>3466</c:v>
                </c:pt>
                <c:pt idx="10">
                  <c:v>1986</c:v>
                </c:pt>
                <c:pt idx="11">
                  <c:v>2127</c:v>
                </c:pt>
                <c:pt idx="12">
                  <c:v>2801</c:v>
                </c:pt>
                <c:pt idx="13">
                  <c:v>2863</c:v>
                </c:pt>
                <c:pt idx="14">
                  <c:v>2734</c:v>
                </c:pt>
                <c:pt idx="15">
                  <c:v>2816</c:v>
                </c:pt>
                <c:pt idx="16">
                  <c:v>3435</c:v>
                </c:pt>
                <c:pt idx="17">
                  <c:v>5774</c:v>
                </c:pt>
                <c:pt idx="18">
                  <c:v>5061</c:v>
                </c:pt>
                <c:pt idx="19">
                  <c:v>3474</c:v>
                </c:pt>
                <c:pt idx="20">
                  <c:v>2516</c:v>
                </c:pt>
                <c:pt idx="21">
                  <c:v>1879</c:v>
                </c:pt>
                <c:pt idx="22">
                  <c:v>1405</c:v>
                </c:pt>
                <c:pt idx="23">
                  <c:v>982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DF-4A29-9733-DEAA15056D97}"/>
            </c:ext>
          </c:extLst>
        </c:ser>
        <c:ser>
          <c:idx val="2"/>
          <c:order val="2"/>
          <c:tx>
            <c:strRef>
              <c:f>Sheet2!$D$3</c:f>
              <c:strCache>
                <c:ptCount val="1"/>
                <c:pt idx="0">
                  <c:v>Sum of Count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Sheet2!$A$4:$A$28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Sheet2!$D$4:$D$28</c:f>
              <c:numCache>
                <c:formatCode>General</c:formatCode>
                <c:ptCount val="24"/>
                <c:pt idx="0">
                  <c:v>703</c:v>
                </c:pt>
                <c:pt idx="1">
                  <c:v>440</c:v>
                </c:pt>
                <c:pt idx="2">
                  <c:v>279</c:v>
                </c:pt>
                <c:pt idx="3">
                  <c:v>143</c:v>
                </c:pt>
                <c:pt idx="4">
                  <c:v>66</c:v>
                </c:pt>
                <c:pt idx="5">
                  <c:v>164</c:v>
                </c:pt>
                <c:pt idx="6">
                  <c:v>820</c:v>
                </c:pt>
                <c:pt idx="7">
                  <c:v>2334</c:v>
                </c:pt>
                <c:pt idx="8">
                  <c:v>5354</c:v>
                </c:pt>
                <c:pt idx="9">
                  <c:v>3638</c:v>
                </c:pt>
                <c:pt idx="10">
                  <c:v>2198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DF-4A29-9733-DEAA15056D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1213148783"/>
        <c:axId val="1213147343"/>
      </c:barChart>
      <c:catAx>
        <c:axId val="12131487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TIME</a:t>
                </a:r>
                <a:r>
                  <a:rPr lang="en-IN" baseline="0" dirty="0"/>
                  <a:t> (HOURS)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3147343"/>
        <c:crosses val="autoZero"/>
        <c:auto val="1"/>
        <c:lblAlgn val="ctr"/>
        <c:lblOffset val="100"/>
        <c:noMultiLvlLbl val="0"/>
      </c:catAx>
      <c:valAx>
        <c:axId val="1213147343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13148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Weather</a:t>
            </a:r>
            <a:r>
              <a:rPr lang="en-IN" baseline="0"/>
              <a:t> Situation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071-49ED-82BF-87C1B070AA4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071-49ED-82BF-87C1B070AA4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071-49ED-82BF-87C1B070AA4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071-49ED-82BF-87C1B070AA46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Sheet5!$E$6:$E$9</c:f>
              <c:strCache>
                <c:ptCount val="4"/>
                <c:pt idx="0">
                  <c:v>Clear sky</c:v>
                </c:pt>
                <c:pt idx="1">
                  <c:v>Heavy rain</c:v>
                </c:pt>
                <c:pt idx="2">
                  <c:v>Light rain</c:v>
                </c:pt>
                <c:pt idx="3">
                  <c:v>Misty</c:v>
                </c:pt>
              </c:strCache>
            </c:strRef>
          </c:cat>
          <c:val>
            <c:numRef>
              <c:f>Sheet5!$F$6:$F$9</c:f>
              <c:numCache>
                <c:formatCode>General</c:formatCode>
                <c:ptCount val="4"/>
                <c:pt idx="0">
                  <c:v>7263</c:v>
                </c:pt>
                <c:pt idx="1">
                  <c:v>16</c:v>
                </c:pt>
                <c:pt idx="2">
                  <c:v>909</c:v>
                </c:pt>
                <c:pt idx="3">
                  <c:v>3515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071-49ED-82BF-87C1B070AA46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5562515296520414"/>
          <c:y val="0.64927946896700317"/>
          <c:w val="6.8276240389565451E-2"/>
          <c:h val="0.19683240027065749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B396-527A-1314-4D88-8A3450750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34A99-06DE-E1C2-DD3D-A106F7102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21291-D1E0-1190-24A1-E073205F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DE06F-BD79-A35F-59B9-4482F9FC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6DED7-C323-F770-1EC7-B5C6DF591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56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567E-0D15-DCEB-C0DC-B79D2CE9E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0492E-BB28-89CF-6CDB-FFA1F0CB6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B1B62-0B4A-597D-111E-7520B2D32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E8AF5-A3E7-E431-D0E7-4F31537F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5E509-9AE3-E293-92F3-FF0FE085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81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A98C5-5462-73F6-B8B0-EA6A841F3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E0FD5-F56E-C0BE-9678-0441EA83D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0883F-8C4C-8319-6B07-41261A34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43719-76DC-E759-F1EA-6C33264A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1A36-E6B9-99B9-A1AB-0A448C51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44DC-B724-73F6-E7F7-58AF4D9C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1240C-B9F6-01BE-1930-04845D13C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162F0-FE75-D55C-ACB8-64478860F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1400A-190A-A50C-C16D-1433D3A5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F5B59-0D50-E113-0472-B20FE74C0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66472-E37E-4188-C826-94DCB5C5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62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593E9-98A9-FA4D-DB82-CAD5FBA6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D0684-E701-3B7F-CA14-BEECD765F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F68B0-2593-10F8-599F-F39A86A6B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5AD54-D523-592B-FBA9-7CC9A8F8F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C95D2-5D19-5531-37AC-E30640345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82DA77-FD99-406A-6958-3E3AAEAE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C10F99-2866-6BA1-09E5-A9362D82B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A042C5-3482-77D3-86FA-2B94AD045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060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3BD3-B524-D133-76A0-7FFA41128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40646-999A-1A89-EBDE-7C7A3C4F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0D0E8-F5CB-DDDE-A433-359A8B0CD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B4AFA-FF76-DB8F-5DCC-0811745E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29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5EF3B-D304-4484-CF4C-3575F85C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E77BA-62FB-3194-2AE4-FB2C76F9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35CF7-31D7-C4FB-65C5-FD750547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507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78F9-70AD-43CB-B1B8-FAB927AC4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EA3E6-C88B-60E6-944E-C568EF3F5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BE010-C848-1E27-CA9F-966BE1401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71C35-2907-1050-B7FE-5B930996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C2594-5FB1-A588-213B-CA7881A0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F59CD-E24E-D3DF-0FAB-1DF9E0BA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10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3676-23D5-D411-C729-6A362A087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C8880-E93B-43C1-E038-1034E4636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8CB4D-6219-2F85-F694-040B7F5EE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C6CA1-D71D-4F88-1F73-C8C06F9B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F9ADF-1D68-9612-73D2-9BCE5848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F16B6-1F84-53E3-82EC-DC5BCF9E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53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6320-A666-D98C-61E4-DD3564F6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6492E-8EDC-E7C0-FF77-A2069CFE8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5E083-FF89-A88B-B1A1-20FD8B04F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F812C-60F5-50D7-CFCE-100DD955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AC993-A562-3E30-0093-B3C0DD977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34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3AEC99-B59A-577C-DC2C-37C76F957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5A013-A833-8A19-25C4-D8B92FD3F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6F620-4A9A-80C4-4D87-4C2654408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1C8E3-DB6E-8E7B-D4AA-2648D886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ED328-6840-0CA9-E01F-C96D1C12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41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7320-28CB-084E-0BA4-4B172281C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FE8BD-040F-480E-6A40-B8D319428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A35E-412C-F121-C535-28030DFFB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D56C3-A752-46AE-8C21-CF1650FCBE6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484CF-D61E-0F3F-036B-098DD5F99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889F2-DE5D-9ED7-B506-DE8A2284E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BC741-EA1D-4667-944C-762B38631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83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149F-FC37-11EF-6A63-81ACDCF36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631" y="742938"/>
            <a:ext cx="8161505" cy="1432996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I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3BB1DB-71B8-7F84-0F2D-058E6FF018A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78933" y="2175934"/>
            <a:ext cx="7766050" cy="3106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                 </a:t>
            </a:r>
          </a:p>
          <a:p>
            <a:pPr marL="0" indent="0">
              <a:buNone/>
            </a:pPr>
            <a:r>
              <a:rPr lang="en-US" sz="4000" b="1" dirty="0"/>
              <a:t>                         </a:t>
            </a:r>
            <a:r>
              <a:rPr lang="en-US" sz="4000" b="1" dirty="0" err="1"/>
              <a:t>Nexthikes</a:t>
            </a:r>
            <a:r>
              <a:rPr lang="en-US" sz="4000" b="1" dirty="0"/>
              <a:t> IT Solutions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F632F-866F-493E-DF48-CA2393E81C33}"/>
              </a:ext>
            </a:extLst>
          </p:cNvPr>
          <p:cNvSpPr txBox="1"/>
          <p:nvPr/>
        </p:nvSpPr>
        <p:spPr>
          <a:xfrm>
            <a:off x="7976681" y="6274893"/>
            <a:ext cx="4396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Created By : Mrs. Madhuri P. Deshpande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84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891E9-ECCA-107D-2C04-A7344909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9AA3-0F2D-928C-92AF-E21992E45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897" y="316705"/>
            <a:ext cx="8161505" cy="866089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b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E2206-A274-9EDD-9E4F-8CDA500E503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94733" y="1182793"/>
            <a:ext cx="11938000" cy="53585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Bike Sharing Demand Analysis Season: I</a:t>
            </a:r>
          </a:p>
          <a:p>
            <a:pPr marL="0" indent="0">
              <a:buNone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Employees of 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XYZ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organization having bike on rent.</a:t>
            </a:r>
          </a:p>
          <a:p>
            <a:pPr marL="457200" lvl="1" indent="0">
              <a:buNone/>
            </a:pP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Analyse how Temporal factors affect bike riders.</a:t>
            </a:r>
          </a:p>
          <a:p>
            <a:pPr marL="457200" lvl="1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Analyzing bike-sharing data of employees helps to understand how weather, time, humidity, windspeed, temperature, assumed temperature, holiday affect bike rentals. </a:t>
            </a:r>
          </a:p>
          <a:p>
            <a:pPr marL="457200" lvl="1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Weather is the wildcard that can turn a casual ride into an epic adventure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or a miserable slog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l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197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6F879-8373-08C5-8671-22DE3F7A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A9ECD7-9E34-CA3B-3DD8-D072087ACD0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7000" y="223736"/>
            <a:ext cx="11938000" cy="64176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Details</a:t>
            </a:r>
          </a:p>
          <a:p>
            <a:pPr marL="0" indent="0" algn="ctr">
              <a:buNone/>
            </a:pPr>
            <a:endParaRPr lang="en-IN" b="1" dirty="0"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cs typeface="Arial" panose="020B0604020202020204" pitchFamily="34" charset="0"/>
              </a:rPr>
              <a:t>Three datasets provided, Dataset : I, Dataset : II, Dataset : III in excel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cs typeface="Arial" panose="020B0604020202020204" pitchFamily="34" charset="0"/>
              </a:rPr>
              <a:t>Merge first two datasets into one and then merged into Dataset III.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cs typeface="Arial" panose="020B0604020202020204" pitchFamily="34" charset="0"/>
              </a:rPr>
              <a:t>Used final dataset to conclude factor affecting for Bike rentals.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cs typeface="Arial" panose="020B0604020202020204" pitchFamily="34" charset="0"/>
              </a:rPr>
              <a:t>The process of Bike sharing on rent is for hourly basis and available for 24hrs.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cs typeface="Arial" panose="020B0604020202020204" pitchFamily="34" charset="0"/>
              </a:rPr>
              <a:t>Total 991 employees of </a:t>
            </a:r>
            <a:r>
              <a:rPr lang="en-IN" b="1" dirty="0">
                <a:cs typeface="Arial" panose="020B0604020202020204" pitchFamily="34" charset="0"/>
              </a:rPr>
              <a:t>XYZ </a:t>
            </a:r>
            <a:r>
              <a:rPr lang="en-IN" dirty="0">
                <a:cs typeface="Arial" panose="020B0604020202020204" pitchFamily="34" charset="0"/>
              </a:rPr>
              <a:t>organisation</a:t>
            </a:r>
            <a:r>
              <a:rPr lang="en-IN" b="1" dirty="0">
                <a:cs typeface="Arial" panose="020B0604020202020204" pitchFamily="34" charset="0"/>
              </a:rPr>
              <a:t> </a:t>
            </a:r>
            <a:r>
              <a:rPr lang="en-IN" dirty="0">
                <a:cs typeface="Arial" panose="020B0604020202020204" pitchFamily="34" charset="0"/>
              </a:rPr>
              <a:t>shared bike on rent.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cs typeface="Arial" panose="020B0604020202020204" pitchFamily="34" charset="0"/>
              </a:rPr>
              <a:t>Employee ID from 611 to 619 didn’t take bike on rent.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cs typeface="Arial" panose="020B0604020202020204" pitchFamily="34" charset="0"/>
              </a:rPr>
              <a:t>For some days, Bike didn’t get shared due to holidays (Sunday/National Holiday)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For each hour, single employee took bike on rent.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306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83D3-03E0-6737-9CB1-4FDDE6FA1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942FA-A064-15C4-155A-56C44935A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4C32064-230F-16ED-35EF-4B799909E6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9190890"/>
              </p:ext>
            </p:extLst>
          </p:nvPr>
        </p:nvGraphicFramePr>
        <p:xfrm>
          <a:off x="418289" y="830530"/>
          <a:ext cx="10953345" cy="5764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568B92-B090-565F-C79B-67DBC92828D2}"/>
              </a:ext>
            </a:extLst>
          </p:cNvPr>
          <p:cNvSpPr txBox="1"/>
          <p:nvPr/>
        </p:nvSpPr>
        <p:spPr>
          <a:xfrm>
            <a:off x="418288" y="-6061"/>
            <a:ext cx="114591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Temporal Factors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( Temperature, Assumed Temp, Humidity, Windspeed)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803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166AD5C-3C60-477B-DFEE-C6E6B4B917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9512749"/>
              </p:ext>
            </p:extLst>
          </p:nvPr>
        </p:nvGraphicFramePr>
        <p:xfrm>
          <a:off x="497732" y="228600"/>
          <a:ext cx="11196536" cy="64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528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53ABE-B168-4C72-85C1-0058A05E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33" y="365126"/>
            <a:ext cx="11926110" cy="315912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Details of Chart I and II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80CA5-7E33-87E2-0B83-CE0BAE82E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33" y="846306"/>
            <a:ext cx="11926110" cy="582686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Chart I shows temporal factors on hourly basis in a day.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Humidity at lowest point then other factors like temperature, assumed temperature and windspeed at highest point.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When windspeed started decreasing count (Total no. of people sharing bike) increases.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Its affects bike sharing shown in Chart II. This chart shows casual, registered and count (casual + registered)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From Chart II, In between 4 am to 5 am bike sharing was very less.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is maximum at 5 pm to 6 pm.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437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212DFF-2D38-FEFC-B4AE-50A8162367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016834"/>
              </p:ext>
            </p:extLst>
          </p:nvPr>
        </p:nvGraphicFramePr>
        <p:xfrm>
          <a:off x="155575" y="127000"/>
          <a:ext cx="11849100" cy="6613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368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D52F-D551-F441-B72A-1097446C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Details of Pie Chart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24292-6BB6-71E2-DE21-0E491CE79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Weather situation also affect Bike sharing.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Maximum weather shows clear sky and misty. In this period, Bike sharing was maximum.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heavy rain, it went to extremely lower side.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795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72454-47C8-CE97-60E7-365E4277A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651"/>
            <a:ext cx="10515600" cy="58073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8000" dirty="0"/>
          </a:p>
          <a:p>
            <a:pPr marL="0" indent="0" algn="ctr">
              <a:buNone/>
            </a:pPr>
            <a:endParaRPr lang="en-US" sz="8000" dirty="0"/>
          </a:p>
          <a:p>
            <a:pPr marL="0" indent="0" algn="ctr">
              <a:buNone/>
            </a:pPr>
            <a:r>
              <a:rPr lang="en-US" sz="8000" dirty="0"/>
              <a:t>THANK YOU…!!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2446882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Words>368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Project I</vt:lpstr>
      <vt:lpstr>Introduction </vt:lpstr>
      <vt:lpstr>PowerPoint Presentation</vt:lpstr>
      <vt:lpstr>PowerPoint Presentation</vt:lpstr>
      <vt:lpstr>PowerPoint Presentation</vt:lpstr>
      <vt:lpstr>Details of Chart I and II</vt:lpstr>
      <vt:lpstr>PowerPoint Presentation</vt:lpstr>
      <vt:lpstr>Details of Pie Chart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PD D</dc:creator>
  <cp:lastModifiedBy>PD D</cp:lastModifiedBy>
  <cp:revision>1</cp:revision>
  <dcterms:created xsi:type="dcterms:W3CDTF">2026-01-19T10:40:14Z</dcterms:created>
  <dcterms:modified xsi:type="dcterms:W3CDTF">2026-01-19T17:20:10Z</dcterms:modified>
</cp:coreProperties>
</file>